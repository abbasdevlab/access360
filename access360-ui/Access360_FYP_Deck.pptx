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Access360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Visitor Management System (Pilot)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Haider Abbas · Taha Khurram · Haroon Ali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Dr. Sidra Minhas · Secondary: Dr. Nosheen Sabahat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registers, paper passes, slow and error-prone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verification; passes easy to forge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auditability and reporting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secure, efficient, auditable pilot at single counter
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OCR-based ID processing with validation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photo capture for record-keeping (no biometric matching)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signed QR pass (RS256) with scope + expiry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verification by guards via mobile app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UI (Urdu/English)
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Counter UI (Enrollment)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 Service (Doc detect, classify, OCR)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Backend (Auth, Pass, Audit)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Guard App (Offline verify)
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(Records, Audit)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(Photos, Docs)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JWT/QR (RS256, jti, scope)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for async OCR/notifications
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Flows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 scan ID → OCR → review → capture photo → issue pass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scan QR → verify signature offline → allow/deny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scan again → mark checkout → return card tracking
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TLS, RBAC, audit logs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RS256-signed passes; key rotation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media at rest (AES‑256)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services
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and retention controls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for low confidence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lock + offline tamper checks
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Validation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with preprocessing (deskew, denoise, threshold)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 parsing (ICAO 9303) where applicable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Regex/format checks (e.g., CNIC)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Dual-language models (eng+urd) where needed
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QR/JWT Schema (Pilot)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alg=RS256, kid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Claims: jti, sub (visitorId), scope (sites), exp, iat, nbf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PII in token; server lookup for details
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Verification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public key; signature verified on-device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recently revoked jti list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events: check-in/out sync when online
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Alignment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flag and escort required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types &amp; campus sites list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display reminders on print/SMS
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Lost-card reporting and card return flow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detector/bag scan notes (non-functional UI hints)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for police/QRF events
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Evaluation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enrollment ≤ 60s; P95 ≤ 120s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accuracy: CNIC ≥ 95%, names ≥ 85%
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verify latency ≤ 1s offline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≥ 99% during pilot hours
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Low-quality IDs → lighting + preprocessing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OCR errors → dual models + regex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downtime → offline verification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resistance → pilot KPIs + training
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(7 Weeks)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W1-2: Requirements &amp; design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W3-4: OCR &amp; enrollment module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W5: QR pass &amp; guard app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W6: Security &amp; offline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W7: Testing &amp; report
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(PKR 45,000)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(camera, workstation): 30,000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Software/tools: 10,000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 + contingency: 5,000
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Roles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Haider Abbas — Backend, Security, QR/JWT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 Khurram — AI &amp; Mobile (OCR, Guard App)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Haroon Ali — Frontend &amp; DevOps
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63440" y="10058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Advisors: Dr. Sidra Minhas, Dr. Nosheen Sabahat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to Security Dept (FCCU) for SOP inputs
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B9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Haider Abbas · Taha Khurram · Haroon Ali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Dr. Sidra Minhas · Secondary: Dr. Nosheen Sabahat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Forman Christian College (A Chartered University)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Access360 - FYP Defense</dc:title>
  <dc:subject>Access360: AI-Powered Visitor Management System</dc:subject>
  <dc:creator>Access360 Team</dc:creator>
  <cp:lastModifiedBy>Access360 Team</cp:lastModifiedBy>
  <cp:revision>1</cp:revision>
  <dcterms:created xsi:type="dcterms:W3CDTF">2025-10-07T10:31:29Z</dcterms:created>
  <dcterms:modified xsi:type="dcterms:W3CDTF">2025-10-07T10:31:29Z</dcterms:modified>
</cp:coreProperties>
</file>